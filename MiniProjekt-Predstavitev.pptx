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474720"/>
            <a:ext cx="12192000" cy="54864"/>
          </a:xfrm>
          <a:prstGeom prst="rect">
            <a:avLst/>
          </a:prstGeom>
          <a:solidFill>
            <a:srgbClr val="1E7E3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1078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Osebni zdravstveni dnevnik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65176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Web App · Sodobne tehnologije 2025/26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37490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Anja Lečnik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4160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/ 11. junij 2026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0" y="3657600"/>
            <a:ext cx="1645920" cy="384048"/>
          </a:xfrm>
          <a:prstGeom prst="roundRect">
            <a:avLst>
              <a:gd name="adj" fmla="val 19048"/>
            </a:avLst>
          </a:prstGeom>
          <a:solidFill>
            <a:srgbClr val="1E7E34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0" y="365760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0" y="4160520"/>
            <a:ext cx="1645920" cy="384048"/>
          </a:xfrm>
          <a:prstGeom prst="roundRect">
            <a:avLst>
              <a:gd name="adj" fmla="val 19048"/>
            </a:avLst>
          </a:prstGeom>
          <a:solidFill>
            <a:srgbClr val="0C5394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0" y="416052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WCAG 2.2 AA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498080" y="4663440"/>
            <a:ext cx="1645920" cy="384048"/>
          </a:xfrm>
          <a:prstGeom prst="roundRect">
            <a:avLst>
              <a:gd name="adj" fmla="val 19048"/>
            </a:avLst>
          </a:prstGeom>
          <a:solidFill>
            <a:srgbClr val="1E7E34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0" y="466344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· .NET · Ruby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E7E3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92000" cy="4343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Ideja in ciljna skupina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54864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5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Bolniki s kroničnimi boleznimi</a:t>
            </a:r>
            <a:endParaRPr lang="en-US" sz="15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nimajo enostavnega digitalnega orodja</a:t>
            </a:r>
            <a:endParaRPr lang="en-US" sz="15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 sledenje simptomov, zdravil in obiskov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Rešitev</a:t>
            </a:r>
            <a:endParaRPr lang="en-US" sz="15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Osebni zdravstveni dnevnik kot PWA</a:t>
            </a:r>
            <a:endParaRPr lang="en-US" sz="15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deluje offline, na vseh napravah,</a:t>
            </a:r>
            <a:endParaRPr lang="en-US" sz="15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dostopen vsem uporabnikom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035040" y="1097280"/>
            <a:ext cx="54864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Ciljna skupina</a:t>
            </a:r>
            <a:endParaRPr lang="en-US" sz="15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Bolniki s kroničnimi boleznimi</a:t>
            </a:r>
            <a:endParaRPr lang="en-US" sz="15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Starejši odrasli</a:t>
            </a:r>
            <a:endParaRPr lang="en-US" sz="15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Skrbniki / negovalci</a:t>
            </a:r>
            <a:endParaRPr lang="en-US" sz="15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Uporabniki z motoričnimi ovirami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Profili</a:t>
            </a:r>
            <a:endParaRPr lang="en-US" sz="15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 / Negovalec</a:t>
            </a:r>
            <a:endParaRPr lang="en-US" sz="15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skupni podatki, ločeni pogledi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E7E3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92000" cy="4343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Funkcionalnosti aplikacije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54864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Dnevnik simptomov</a:t>
            </a:r>
            <a:endParaRPr lang="en-US" sz="15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Tipkanje ali glasovni vnos (sl-SI)</a:t>
            </a:r>
            <a:endParaRPr lang="en-US" sz="15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Haptični odziv ob shranjevanju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Trendni grafi</a:t>
            </a:r>
            <a:endParaRPr lang="en-US" sz="15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API — zadnjih 30 dni</a:t>
            </a:r>
            <a:endParaRPr lang="en-US" sz="15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Dostopna tabela pod grafom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Izvoz podatkov</a:t>
            </a:r>
            <a:endParaRPr lang="en-US" sz="15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TXT povzetek + kopija v odložišče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035040" y="1097280"/>
            <a:ext cx="54864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Seznam zdravil</a:t>
            </a:r>
            <a:endParaRPr lang="en-US" sz="15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Ime, odmerek, pogostost, datum</a:t>
            </a:r>
            <a:endParaRPr lang="en-US" sz="15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Opomniki prek Push Notifications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Zdravniški obiski</a:t>
            </a:r>
            <a:endParaRPr lang="en-US" sz="15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Vnos z diagnozo in opombami</a:t>
            </a:r>
            <a:endParaRPr lang="en-US" sz="15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Nalaganje PDF dokumentov (File API)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Nastavitve</a:t>
            </a:r>
            <a:endParaRPr lang="en-US" sz="15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Pisava S/M/L, visok kontrast, Push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E7E3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92000" cy="4343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— ključni elementi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09728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 Manifest</a:t>
            </a:r>
            <a:endParaRPr lang="en-US" sz="15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SVG ikone (any + maskable), bližnjice, standalone način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Worker (/public/sw.js)</a:t>
            </a:r>
            <a:endParaRPr lang="en-US" sz="15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Prestreza vse omrežne zahteve — 4 strategije predpomnjenja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Namestitev (A2HS)</a:t>
            </a:r>
            <a:endParaRPr lang="en-US" sz="15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beforeinstallprompt → namestitveni dialog v brskalniku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delovanje</a:t>
            </a:r>
            <a:endParaRPr lang="en-US" sz="15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IndexedDB shranjuje vse lokalno; aplikacija deluje brez interneta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Bližnjice</a:t>
            </a:r>
            <a:endParaRPr lang="en-US" sz="15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 shortcuts → /?page=diary, /?page=medications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E7E3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92000" cy="4343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Worker — strategije predpomnjenja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43000"/>
          <a:ext cx="1115568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560320"/>
                <a:gridCol w="54864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Vrsta vira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E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Strategija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E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Zakaj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E3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CSS, JS, SVG, ikone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Cache First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Statični viri; takojšen zagon brez omrežja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/vnosi, /zdravila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First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Podatki morajo biti sveži; predpomnilnik kot varnostna mreža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/grafi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Stale-While-Revalidate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Hiter prikaz + posodobitev v ozadju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/izvoz-pdf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Izvoz mora biti vedno svež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292608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Napredne zmožnosti v ozadju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Sync — simptomi čakajo v vrsti (IndexedDB), se pošljejo ob vrnitvi na splet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 — VAPID ključi, server pošilja, brskalnik prikaže (tudi ko je app zaprta)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 Background Sync — dnevni opomnik za vnos simptomov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E7E3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92000" cy="4343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Sodobni spletni API-ji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43000"/>
          <a:ext cx="1115568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194560"/>
                <a:gridCol w="64008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E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Kje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E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Uporaba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E3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Speech API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SymptomDiary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Glasovni vnos simptomov v slovenščini (sl-SI)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Canvas API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TrendGraphs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Črtni graf simptomov za zadnjih 30 dni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IndexedDB API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DBContext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Lokalna baza — offline delovanje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Vibration API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SymptomDiary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Haptični odziv ob uspešnem shranjevanju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 API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HealthVisits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Nalaganje in prenos PDF dokumentov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Clipboard API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Settings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Kopiranje povzetka v odložišče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E7E3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92000" cy="4343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Strežniški del — 3 implementacije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43000"/>
          <a:ext cx="1115568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560320"/>
                <a:gridCol w="2926080"/>
                <a:gridCol w="32004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Kriterij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E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Node.js (Fastify)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E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.NET 8 (ASP.NET Core)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E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Ruby (Sinatra + Puma)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E3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Hitrost zagona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~0.5s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~3s (JIT)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safety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JavaScript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C#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dinamičen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Namestitev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npm install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dotnet restore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bundle install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Testiranje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Jest / supertest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xUnit / NUnit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RSpec / Minitest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388620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Vsi delijo iste REST endpointe in SQLite bazo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E7E3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92000" cy="4343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k6 performance — primerjava backendov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43000"/>
          <a:ext cx="1115568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188720"/>
                <a:gridCol w="1645920"/>
                <a:gridCol w="1463040"/>
                <a:gridCol w="41148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E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req/s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E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p95 latenca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E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Napake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E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Opomba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E3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Node.js (Fastify)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 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 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Najboljša latenca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.NET (ASP.NET Core)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160 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 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Bug SQLite singleton → AddScoped + WAL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Ruby (Sinatra+Puma)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277 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 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Single-worker (Windows brez fork)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288036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Scenariji: smoke (1 VU, 10s) → load (10 VU, 40s) → stress (50 VU, 40s)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Ključna ugotovitev: Node.js optimalen za SQLite I/O workload; event-driven arhitektura ne blokira pri kratkih poizvedbah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imel threading bug (SqliteConnection Singleton) — napaka pri 50 VU → popravek: AddScoped + WAL mode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Ruby stabilen, a omejen z GIL in single-worker modom na Windowsu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E7E3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92000" cy="4343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Dostopnost — WCAG 2.2 AA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54864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Implementirano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link (viden ob Tab fokusu)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Semantični HTML — header, nav, main, time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 live regioni (navigacija, online status)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aria-label, aria-pressed, aria-current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Vidni fokus (outline: 3px solid)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Kontrast 4.5:1 — popravljeni 3 elementi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Pisava S/M/L + visok kontrast način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prefers-reduced-motion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→ dostopna tabela za screen readerje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35040" y="1097280"/>
            <a:ext cx="54864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Avtomatizirani testi — axe-core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+ @axe-core/playwright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Oznake: wcag2a, wcag2aa, wcag22aa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Rezultat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14 testov ✅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kršitev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Popravljene kontrastne napake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.btn-voice  #4285f4 → #1a56db (6.2:1)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.empty-state  #999 → #595959 (6.7:1)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.nav-label  eksplicitna barva #1a1a1a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E7E3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92000" cy="4343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Testiranje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43000"/>
          <a:ext cx="111556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377440"/>
                <a:gridCol w="5120640"/>
                <a:gridCol w="164592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Vrsta testa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E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Orodje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E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Pokritost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E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Rezultat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E3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Accessibility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Playwright + axe-core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Vse strani, tipkovnica, kontrast, mobilni prikaz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14/14 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(backend)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Jest + fetch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Health, simptomi, zdravila, obiski, sync, izvoz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Vse 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k6 v2.0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Smoke + Load + Stress (50 VU)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 napak 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2926080"/>
            <a:ext cx="109728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Zagon testov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run test:a11y        →  Playwright accessibility (frontend/)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test                 →  Jest API testi (backend/nodejs/)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k6 run tests/k6-performance.js  →  performance za vsak backend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E7E3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92000" cy="4343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Arhitektura projekta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54864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— React 19 + Vite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src/pages/   — SymptomDiary, MedicationList,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HealthVisits, TrendGraphs, Settings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src/context/ — DBContext (IndexedDB)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ProfileContext (Pacient/Skrbnik)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public/sw.js — Service Worker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public/manifest.json — PWA manifest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tests/accessibility.spec.js — 14 testov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35040" y="1097280"/>
            <a:ext cx="54864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— 3 implementacije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nodejs/   Fastify 5 + better-sqlite3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dotnet/   ASP.NET Core 8 Minimal API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ruby/     Sinatra 4 + Puma 6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Testiranje &amp; DevOps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tests/k6-performance.js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tests/k6-comparison.md</a:t>
            </a:r>
            <a:endParaRPr lang="en-US" sz="14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compose.yaml — Docker Compose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377440"/>
            <a:ext cx="12192000" cy="54864"/>
          </a:xfrm>
          <a:prstGeom prst="rect">
            <a:avLst/>
          </a:prstGeom>
          <a:solidFill>
            <a:srgbClr val="1E7E3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31520"/>
            <a:ext cx="10789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Hvala za pozornost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Vprašanja?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2926080"/>
            <a:ext cx="2606040" cy="502920"/>
          </a:xfrm>
          <a:prstGeom prst="roundRect">
            <a:avLst>
              <a:gd name="adj" fmla="val 18182"/>
            </a:avLst>
          </a:prstGeom>
          <a:solidFill>
            <a:srgbClr val="1E7E34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92608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14/14 a11y testov ✅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83280" y="2926080"/>
            <a:ext cx="2606040" cy="502920"/>
          </a:xfrm>
          <a:prstGeom prst="roundRect">
            <a:avLst>
              <a:gd name="adj" fmla="val 18182"/>
            </a:avLst>
          </a:prstGeom>
          <a:solidFill>
            <a:srgbClr val="0C5394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0" y="292608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backendi primerjani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2926080"/>
            <a:ext cx="2606040" cy="502920"/>
          </a:xfrm>
          <a:prstGeom prst="roundRect">
            <a:avLst>
              <a:gd name="adj" fmla="val 18182"/>
            </a:avLst>
          </a:prstGeom>
          <a:solidFill>
            <a:srgbClr val="1E7E34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292608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WCAG 2.2 AA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052560" y="2926080"/>
            <a:ext cx="2606040" cy="502920"/>
          </a:xfrm>
          <a:prstGeom prst="roundRect">
            <a:avLst>
              <a:gd name="adj" fmla="val 18182"/>
            </a:avLst>
          </a:prstGeom>
          <a:solidFill>
            <a:srgbClr val="0C5394"/>
          </a:solidFill>
          <a:ln/>
        </p:spPr>
      </p:sp>
      <p:sp>
        <p:nvSpPr>
          <p:cNvPr id="13" name="Text 11"/>
          <p:cNvSpPr/>
          <p:nvPr/>
        </p:nvSpPr>
        <p:spPr>
          <a:xfrm>
            <a:off x="9052560" y="292608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napak k6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416052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Anja Lečnik  ·  Sodobne tehnologije 2025/26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Mini projekt — Sodobne tehnologije</dc:subject>
  <dc:creator>Anja Lečnik</dc:creator>
  <cp:lastModifiedBy>Anja Lečnik</cp:lastModifiedBy>
  <cp:revision>1</cp:revision>
  <dcterms:created xsi:type="dcterms:W3CDTF">2026-06-07T10:58:59Z</dcterms:created>
  <dcterms:modified xsi:type="dcterms:W3CDTF">2026-06-07T10:58:59Z</dcterms:modified>
</cp:coreProperties>
</file>